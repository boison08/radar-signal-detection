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252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EA580C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EA580C">
              <a:alpha val="8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64592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PRESENCE HEATMAP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GENERATOR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Density Mapping from Fused Radar &amp; Cell Data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km × 2 km Surveillance Area  •  5,000 Detections  •  4 Cell Towers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572768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188720"/>
            <a:ext cx="1572768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508760"/>
            <a:ext cx="731520" cy="73152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4231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297180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time-stamped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pings (x, y)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" y="3931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029968" y="1188720"/>
            <a:ext cx="1572768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29968" y="1188720"/>
            <a:ext cx="1572768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9"/>
          <p:cNvSpPr/>
          <p:nvPr/>
        </p:nvSpPr>
        <p:spPr>
          <a:xfrm>
            <a:off x="2450592" y="1508760"/>
            <a:ext cx="731520" cy="73152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16459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75688" y="24231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Cell-Sector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075688" y="297180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tower sectors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coverage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075688" y="3931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785616" y="1188720"/>
            <a:ext cx="1572768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785616" y="1188720"/>
            <a:ext cx="1572768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5"/>
          <p:cNvSpPr/>
          <p:nvPr/>
        </p:nvSpPr>
        <p:spPr>
          <a:xfrm>
            <a:off x="4206240" y="1508760"/>
            <a:ext cx="731520" cy="73152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459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31336" y="24231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831336" y="297180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radar &amp; cell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831336" y="3931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541264" y="1188720"/>
            <a:ext cx="1572768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541264" y="1188720"/>
            <a:ext cx="1572768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Shape 21"/>
          <p:cNvSpPr/>
          <p:nvPr/>
        </p:nvSpPr>
        <p:spPr>
          <a:xfrm>
            <a:off x="5961888" y="1508760"/>
            <a:ext cx="731520" cy="731520"/>
          </a:xfrm>
          <a:prstGeom prst="ellipse">
            <a:avLst/>
          </a:prstGeom>
          <a:solidFill>
            <a:srgbClr val="D97706">
              <a:alpha val="12000"/>
            </a:srgbClr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8" y="164592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86984" y="24231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586984" y="297180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density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586984" y="3931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296912" y="1188720"/>
            <a:ext cx="1572768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296912" y="1188720"/>
            <a:ext cx="1572768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Shape 27"/>
          <p:cNvSpPr/>
          <p:nvPr/>
        </p:nvSpPr>
        <p:spPr>
          <a:xfrm>
            <a:off x="7717536" y="1508760"/>
            <a:ext cx="731520" cy="73152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696" y="1645920"/>
            <a:ext cx="457200" cy="4572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342632" y="24231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7342632" y="297180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across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windows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7342632" y="3931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SIMULATION PARAMETERS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1600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Area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km²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2000m × 2000m grid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9728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Resolution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× 100 cells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97280"/>
            <a:ext cx="54864" cy="1600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Hour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4652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→ 09:00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71800"/>
            <a:ext cx="54864" cy="1600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Detections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at hotspots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297180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37560" y="2971800"/>
            <a:ext cx="54864" cy="1600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Towers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6616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sectors each (12 total)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97180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2971800"/>
            <a:ext cx="54864" cy="1600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4652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 = 2.5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4652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filter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FUSION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Detections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</a:rPr>
              <a:t>Time-stamped (x, y) coordinates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</a:rPr>
              <a:t>Detection confidence scores (0-1)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</a:rPr>
              <a:t>Clustered around 5 hotspot areas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Cell-Sector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6916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</a:rPr>
              <a:t>Directional angular coverage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</a:rPr>
              <a:t>Signal strength (inverse-square decay)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</a:rPr>
              <a:t>Baseline weight 0.3 outside sectors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82296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46120"/>
            <a:ext cx="82296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Formula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fused_score  =  radar_confidence  ×  cell_signal_strength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34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4.58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Density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37560" y="109728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234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0.499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7472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Fused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234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0.990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35508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Fused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54864" cy="5943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71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vs Radar-Only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2004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fused heatmap sharpens hotspot contrast compared to radar-only density maps.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1188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Weighting Effect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8862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Cell-sector weighting suppresses low-confidence detections far from towers.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97680"/>
            <a:ext cx="54864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343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5720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time slicing reveals how movement concentration shifts over the hour.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NEXT STEPS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80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fused 5,000 radar detections with 12 cell sectors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874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density grid: 100×100 cells covering 2 km × 2 km area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1460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heatmap sharpens hotspot detection vs radar-only approach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4008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22960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Replace synthetic data with real radar tracks &amp; CDR logs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22960" y="3858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Bayesian or Kalman-filter fusion for multi-source weighting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822960" y="4151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Add class-specific heatmap layers (humans, vehicles, drones)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822960" y="44439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Stream radar detections in real time with rolling updates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22960" y="4736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Export density maps as GeoTIFF for GIS overlay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Presence Heatmap Generator</dc:title>
  <dc:subject>PptxGenJS Presentation</dc:subject>
  <dc:creator>PptxGenJS</dc:creator>
  <cp:lastModifiedBy>PptxGenJS</cp:lastModifiedBy>
  <cp:revision>1</cp:revision>
  <dcterms:created xsi:type="dcterms:W3CDTF">2026-05-21T19:44:45Z</dcterms:created>
  <dcterms:modified xsi:type="dcterms:W3CDTF">2026-05-21T19:44:45Z</dcterms:modified>
</cp:coreProperties>
</file>