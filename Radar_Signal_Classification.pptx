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137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3200400"/>
            <a:ext cx="2743200" cy="2743200"/>
          </a:xfrm>
          <a:prstGeom prst="ellipse">
            <a:avLst/>
          </a:prstGeom>
          <a:solidFill>
            <a:srgbClr val="06B6D4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0891B2">
              <a:alpha val="8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0584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73736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RADAR SIGNAL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CLASSIFICATION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40080" y="32004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Convolutional Neural Networks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" y="3840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Automated Signal Pattern Recognition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92024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280160"/>
            <a:ext cx="192024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1645920"/>
            <a:ext cx="731520" cy="731520"/>
          </a:xfrm>
          <a:prstGeom prst="ellipse">
            <a:avLst/>
          </a:prstGeom>
          <a:solidFill>
            <a:srgbClr val="0891B2">
              <a:alpha val="12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7830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606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30632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&amp; preprocessing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radar signals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48640" y="3794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606040" y="1280160"/>
            <a:ext cx="192024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606040" y="1280160"/>
            <a:ext cx="19202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Shape 9"/>
          <p:cNvSpPr/>
          <p:nvPr/>
        </p:nvSpPr>
        <p:spPr>
          <a:xfrm>
            <a:off x="3200400" y="1645920"/>
            <a:ext cx="731520" cy="731520"/>
          </a:xfrm>
          <a:prstGeom prst="ellipse">
            <a:avLst/>
          </a:prstGeom>
          <a:solidFill>
            <a:srgbClr val="10B981">
              <a:alpha val="12000"/>
            </a:srgbClr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78308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97480" y="2606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697480" y="30632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I/Q sample analysis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transformation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2697480" y="3794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754880" y="1280160"/>
            <a:ext cx="192024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754880" y="1280160"/>
            <a:ext cx="192024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Shape 15"/>
          <p:cNvSpPr/>
          <p:nvPr/>
        </p:nvSpPr>
        <p:spPr>
          <a:xfrm>
            <a:off x="5349240" y="1645920"/>
            <a:ext cx="731520" cy="73152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78308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846320" y="2606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Model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846320" y="30632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model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training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4846320" y="3794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6903720" y="1280160"/>
            <a:ext cx="192024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903720" y="1280160"/>
            <a:ext cx="19202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Shape 21"/>
          <p:cNvSpPr/>
          <p:nvPr/>
        </p:nvSpPr>
        <p:spPr>
          <a:xfrm>
            <a:off x="7498080" y="1645920"/>
            <a:ext cx="731520" cy="731520"/>
          </a:xfrm>
          <a:prstGeom prst="ellipse">
            <a:avLst/>
          </a:prstGeom>
          <a:solidFill>
            <a:srgbClr val="F59E0B">
              <a:alpha val="12000"/>
            </a:srgbClr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1783080"/>
            <a:ext cx="457200" cy="4572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995160" y="2606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6995160" y="30632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visualization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6995160" y="3794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PROCESSING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383280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25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Data Contents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</a:rPr>
              <a:t>I/Q Samples</a:t>
            </a:r>
            <a:endParaRPr lang="en-US" sz="1200" dirty="0"/>
          </a:p>
          <a:p>
            <a:pPr lvl="1" marL="6858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In-phase &amp; Quadrature components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</a:rPr>
              <a:t>Signal Metadata</a:t>
            </a:r>
            <a:endParaRPr lang="en-US" sz="1200" dirty="0"/>
          </a:p>
          <a:p>
            <a:pPr lvl="1" marL="6858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Range, SNR, Power measurements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</a:rPr>
              <a:t>Classification Labels</a:t>
            </a:r>
            <a:endParaRPr lang="en-US" sz="1200" dirty="0"/>
          </a:p>
          <a:p>
            <a:pPr lvl="1" marL="6858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Target signal categories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931920" cy="3383280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0" y="1325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0" y="192024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532120" y="19202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&amp; infinite values in SNR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0" y="274320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532120" y="27432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I/Q samples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0" y="356616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532120" y="35661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data for neural network input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CNN MODEL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2651760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1887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22860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3× Convolutional blocks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1D Convolution layers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Batch Normalization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ReLU Activation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Max/Adaptive Pooling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188720"/>
            <a:ext cx="26517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337560" y="1188720"/>
            <a:ext cx="2651760" cy="5029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11887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20440" y="1874520"/>
            <a:ext cx="22860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Dense layer (128 neurons)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Batch Normalization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ReLU Activation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Dropout (0.5)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Classification output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188720"/>
            <a:ext cx="26517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0" y="1188720"/>
            <a:ext cx="2651760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11887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0" y="1874520"/>
            <a:ext cx="22860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Single &amp; dual-channel input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Adaptive pooling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Dropout regularization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Flexible input sizes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Overfitting prevention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TRAINING PROCESS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54864" cy="1554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371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1691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2194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processing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1188720"/>
            <a:ext cx="26517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37560" y="1188720"/>
            <a:ext cx="54864" cy="1554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371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66160" y="1691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Adam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66160" y="2194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rate: 0.001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188720"/>
            <a:ext cx="26517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188720"/>
            <a:ext cx="54864" cy="15544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1371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Schedule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46520" y="1691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ReduceLR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46520" y="2194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plateau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26517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017520"/>
            <a:ext cx="54864" cy="1554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200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" y="3520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Enabled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85800" y="4023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overfitting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37560" y="3017520"/>
            <a:ext cx="26517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337560" y="3017520"/>
            <a:ext cx="54864" cy="1554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5" name="Text 23"/>
          <p:cNvSpPr/>
          <p:nvPr/>
        </p:nvSpPr>
        <p:spPr>
          <a:xfrm>
            <a:off x="3566160" y="3200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566160" y="3520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CrossEntropy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566160" y="4023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loss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17920" y="3017520"/>
            <a:ext cx="26517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17920" y="3017520"/>
            <a:ext cx="54864" cy="15544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0" name="Text 28"/>
          <p:cNvSpPr/>
          <p:nvPr/>
        </p:nvSpPr>
        <p:spPr>
          <a:xfrm>
            <a:off x="6446520" y="3200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46520" y="3520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80/20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446520" y="4023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Validation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EVALUATION &amp; RESULTS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325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34747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Overall accuracy on test set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Per-class precision and recall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Confusion matrix visualization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ROC curves (multi-class)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Training/validation loss curves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93192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0" y="1325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0" y="1920240"/>
            <a:ext cx="3383280" cy="640080"/>
          </a:xfrm>
          <a:prstGeom prst="rect">
            <a:avLst/>
          </a:prstGeom>
          <a:solidFill>
            <a:srgbClr val="F0F9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0" y="1920240"/>
            <a:ext cx="54864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5257800" y="1965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Curves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257800" y="22402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validation metric tracking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0" y="2697480"/>
            <a:ext cx="3383280" cy="640080"/>
          </a:xfrm>
          <a:prstGeom prst="rect">
            <a:avLst/>
          </a:prstGeom>
          <a:solidFill>
            <a:srgbClr val="F0F9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2697480"/>
            <a:ext cx="54864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5257800" y="2743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57800" y="30175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Class-wise performance heatmap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0" y="3474720"/>
            <a:ext cx="3383280" cy="640080"/>
          </a:xfrm>
          <a:prstGeom prst="rect">
            <a:avLst/>
          </a:prstGeom>
          <a:solidFill>
            <a:srgbClr val="F0F9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0" y="3474720"/>
            <a:ext cx="54864" cy="6400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5257800" y="3520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57800" y="37947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One-vs-rest format per class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0891B2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200400"/>
            <a:ext cx="3657600" cy="3657600"/>
          </a:xfrm>
          <a:prstGeom prst="ellipse">
            <a:avLst/>
          </a:prstGeom>
          <a:solidFill>
            <a:srgbClr val="06B6D4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3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258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2801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classification of radar signals using deep learning</a:t>
            </a:r>
            <a:endParaRPr lang="en-US" sz="15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25880" y="19202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preprocessing pipeline for noisy radar data</a:t>
            </a:r>
            <a:endParaRPr lang="en-US" sz="15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606040"/>
            <a:ext cx="320040" cy="3200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25880" y="25603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architecture for different signal types</a:t>
            </a:r>
            <a:endParaRPr lang="en-US" sz="15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246120"/>
            <a:ext cx="320040" cy="3200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325880" y="32004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evaluation framework</a:t>
            </a:r>
            <a:endParaRPr lang="en-US" sz="1500" dirty="0"/>
          </a:p>
        </p:txBody>
      </p:sp>
      <p:sp>
        <p:nvSpPr>
          <p:cNvPr id="13" name="Text 7"/>
          <p:cNvSpPr/>
          <p:nvPr/>
        </p:nvSpPr>
        <p:spPr>
          <a:xfrm>
            <a:off x="640080" y="3657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ADVANTAGES</a:t>
            </a:r>
            <a:endParaRPr lang="en-US" sz="1100" dirty="0"/>
          </a:p>
        </p:txBody>
      </p:sp>
      <p:sp>
        <p:nvSpPr>
          <p:cNvPr id="14" name="Shape 8"/>
          <p:cNvSpPr/>
          <p:nvPr/>
        </p:nvSpPr>
        <p:spPr>
          <a:xfrm>
            <a:off x="640080" y="4069080"/>
            <a:ext cx="1874520" cy="411480"/>
          </a:xfrm>
          <a:prstGeom prst="rect">
            <a:avLst/>
          </a:prstGeom>
          <a:solidFill>
            <a:srgbClr val="0891B2">
              <a:alpha val="30000"/>
            </a:srgbClr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640080" y="406908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Noise-robust</a:t>
            </a:r>
            <a:endParaRPr lang="en-US" sz="1050" dirty="0"/>
          </a:p>
        </p:txBody>
      </p:sp>
      <p:sp>
        <p:nvSpPr>
          <p:cNvPr id="16" name="Shape 10"/>
          <p:cNvSpPr/>
          <p:nvPr/>
        </p:nvSpPr>
        <p:spPr>
          <a:xfrm>
            <a:off x="2743200" y="4069080"/>
            <a:ext cx="1874520" cy="411480"/>
          </a:xfrm>
          <a:prstGeom prst="rect">
            <a:avLst/>
          </a:prstGeom>
          <a:solidFill>
            <a:srgbClr val="0891B2">
              <a:alpha val="30000"/>
            </a:srgbClr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2743200" y="406908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capable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4846320" y="4069080"/>
            <a:ext cx="1874520" cy="411480"/>
          </a:xfrm>
          <a:prstGeom prst="rect">
            <a:avLst/>
          </a:prstGeom>
          <a:solidFill>
            <a:srgbClr val="0891B2">
              <a:alpha val="30000"/>
            </a:srgbClr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4846320" y="406908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6949440" y="4069080"/>
            <a:ext cx="1874520" cy="411480"/>
          </a:xfrm>
          <a:prstGeom prst="rect">
            <a:avLst/>
          </a:prstGeom>
          <a:solidFill>
            <a:srgbClr val="0891B2">
              <a:alpha val="30000"/>
            </a:srgbClr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6949440" y="406908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missing data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Radar Signal Classification using CNN</dc:title>
  <dc:subject>PptxGenJS Presentation</dc:subject>
  <dc:creator>Radar Signal Classification</dc:creator>
  <cp:lastModifiedBy>Radar Signal Classification</cp:lastModifiedBy>
  <cp:revision>1</cp:revision>
  <dcterms:created xsi:type="dcterms:W3CDTF">2026-05-21T19:31:49Z</dcterms:created>
  <dcterms:modified xsi:type="dcterms:W3CDTF">2026-05-21T19:31:49Z</dcterms:modified>
</cp:coreProperties>
</file>