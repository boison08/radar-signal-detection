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05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MICRO-DOPPLER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SPECTROGRAM CLASSIFIER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Target Classification from Radar Signatures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 •  Vehicles  •  Drones  •  Animals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157276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08760"/>
            <a:ext cx="731520" cy="73152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231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88036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IQ returns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spectrograms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29968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29968" y="1188720"/>
            <a:ext cx="1572768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9"/>
          <p:cNvSpPr/>
          <p:nvPr/>
        </p:nvSpPr>
        <p:spPr>
          <a:xfrm>
            <a:off x="2450592" y="1508760"/>
            <a:ext cx="731520" cy="73152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75688" y="24231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Loader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075688" y="288036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spectrograms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labels for PyTorch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075688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85616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85616" y="1188720"/>
            <a:ext cx="1572768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9" name="Shape 15"/>
          <p:cNvSpPr/>
          <p:nvPr/>
        </p:nvSpPr>
        <p:spPr>
          <a:xfrm>
            <a:off x="4206240" y="1508760"/>
            <a:ext cx="731520" cy="73152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31336" y="24231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CNN Model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831336" y="288036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on images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831336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541264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541264" y="1188720"/>
            <a:ext cx="157276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1"/>
          <p:cNvSpPr/>
          <p:nvPr/>
        </p:nvSpPr>
        <p:spPr>
          <a:xfrm>
            <a:off x="5961888" y="1508760"/>
            <a:ext cx="731520" cy="7315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16459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86984" y="24231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Validate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86984" y="288036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scheduling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586984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296912" y="1188720"/>
            <a:ext cx="1572768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296912" y="1188720"/>
            <a:ext cx="157276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27"/>
          <p:cNvSpPr/>
          <p:nvPr/>
        </p:nvSpPr>
        <p:spPr>
          <a:xfrm>
            <a:off x="7717536" y="1508760"/>
            <a:ext cx="731520" cy="73152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164592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42632" y="242316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342632" y="288036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342632" y="3931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CLASSES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508760"/>
            <a:ext cx="731520" cy="73152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limb-swing gait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(~1-3 Hz)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18872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0" y="1508760"/>
            <a:ext cx="731520" cy="73152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45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9748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bulk Doppler,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micro-Doppler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18872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3"/>
          <p:cNvSpPr/>
          <p:nvPr/>
        </p:nvSpPr>
        <p:spPr>
          <a:xfrm>
            <a:off x="5349240" y="1508760"/>
            <a:ext cx="731520" cy="73152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45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rotor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flashes (50-200 Hz)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903720" y="1188720"/>
            <a:ext cx="19202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03720" y="118872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18"/>
          <p:cNvSpPr/>
          <p:nvPr/>
        </p:nvSpPr>
        <p:spPr>
          <a:xfrm>
            <a:off x="7498080" y="1508760"/>
            <a:ext cx="731520" cy="73152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459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99516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Irregular, lower-frequency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patterns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356,164 total parameters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Conv2d(1→32, 3×3)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BatchNorm2d + ReLU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MaxPool2d(2)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Conv2d(32→64, 3×3)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BatchNorm2d + ReLU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MaxPool2d(2)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Conv2d(64→128, 3×3)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BatchNorm2d + ReLU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AdaptiveAvgPool2d(4×4)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Flatten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Linear(2048→128)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BatchNorm1d + ReLU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Dropout(0.5)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Linear(128→4)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2,400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per class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54864" cy="1600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70/15/15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54864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4652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processing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54864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0.001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97180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971800"/>
            <a:ext cx="54864" cy="1600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Epoch 29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loss: 0.0003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97180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971800"/>
            <a:ext cx="54864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4652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separated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MICRO-DOPPLER SIGNATURES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limb-swing patterns are highly distinctive; sinusoidal gait cadence at 1-3 Hz.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constant Doppler separates them clearly; engine vibration at 20-60 Hz with high bulk velocity.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rotor harmonics (50-200 Hz) provide a unique fingerprint across multiple harmonics.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Irregular, bursty motion is the hardest to separate from humans; random walk Doppler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NEXT STEPS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high classification accuracy across all four target classes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STFT spectrograms effectively simulate micro-Doppler signatures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CNN with 356K parameters converges by epoch 29 with early stopping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2296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Replace synthetic data with real micro-Doppler recordings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22960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data augmentation (time-shift, frequency jitter, SNR variation)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22960" y="42611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Experiment with ResNet / EfficientNet backbones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22960" y="46085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Integrate with presence heatmap for end-to-end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Micro-Doppler Spectrogram Classifier</dc:title>
  <dc:subject>PptxGenJS Presentation</dc:subject>
  <dc:creator>PptxGenJS</dc:creator>
  <cp:lastModifiedBy>PptxGenJS</cp:lastModifiedBy>
  <cp:revision>1</cp:revision>
  <dcterms:created xsi:type="dcterms:W3CDTF">2026-05-21T19:44:45Z</dcterms:created>
  <dcterms:modified xsi:type="dcterms:W3CDTF">2026-05-21T19:44:45Z</dcterms:modified>
</cp:coreProperties>
</file>